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Pantalla de espera mientras llega la gente. Bienvenida y agenda del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Nombre del evento en grande. Dejarla al presentar la charla y en pausas.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empieces hablando. Deja la portada mientras el público se acomoda. La primera frase es la de la slide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tesis. Dila y quédate callado tres segundos. Toda la charla es la defensa de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Treinta segundos, no más. Lo único que debe quedar: este tipo construye cosas reales con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la columna de 'qué significa para ti', no las especificaciones. Si preguntan el precio de las Meta VR Glasses: US$1.299,99 según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haces el puente a Unity: las plataformas cambian cada año; el motor con el que construyes el contenido,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minutos. La idea: Android entra a XR con varios formatos a la vez, y Unity ya exporta a todos. Si alguien pregunta por precios: Galaxy XR salió a US$1.799 en octubre de 2025; el de Aura no está anunciado.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Lego con comportamiento: cada bloque sabe hacer algo. Si tienes la captura de Sim 1 en el editor, señala la broca en la jerarquía y sus componentes en el inspector. Nada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frase que importa: lo que vas a ver en las próximas seis industrias se hizo con la misma herramienta que puedes instalar gratis esta noche.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rápido: un minuto por slide. Si vas tarde, salta cine y automotriz.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no hay cifra, y está bien. Di que es cualitativo. Conecta con la charla de Renzo.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al caso propio: esto lo hicieron en Estados Unidos con montacargas. Nosotros lo hicimos aquí, con brocas de perforación.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con datos, no con opinión. Encuestamos antes de construir. Lee los números despacio.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hables encima del video. Si tiene la voz del coach, déjala sonar. Al terminar: 'Eso que vieron corre en un visor de menos de 500 dólares, sin PC.'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 preciso: 133 respondieron la encuesta; 17 probaron el simulador. No mezcles los dos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la que más credibilidad te da. Elige un problema real y cuéntalo en 40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debe estar en pantalla cuando saquen el celular a fotografiar. Déjala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las demos de las 3:55. Luego preguntas. Si sobran más de cuatro minutos, pasa a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 tiempo. Proyecto ya abierto. Tres cosas y nada más. No 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Agradecimientos: Coresearch, Tecsup, Perú Tech Week y GDG Arequipa.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evento: compartir con #ArequipaXRDay, seguir a coresearch.studio y @gdgaqp.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13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63640"/>
            <a:ext cx="173736" cy="3291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62453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AREQUIPA XR DAY  ·  17.10.2026  ·  CORESEARCH.STUDIO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1313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Xr-EDQ5w-DI" TargetMode="External"/><Relationship Id="rId3" Type="http://schemas.openxmlformats.org/officeDocument/2006/relationships/hyperlink" Target="https://youtu.be/Xr-EDQ5w-DI" TargetMode="External"/><Relationship Id="rId1" Type="http://schemas.openxmlformats.org/officeDocument/2006/relationships/image" Target="../media/image-6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s4Lav_gsMPo" TargetMode="External"/><Relationship Id="rId3" Type="http://schemas.openxmlformats.org/officeDocument/2006/relationships/hyperlink" Target="https://youtu.be/s4Lav_gsMPo" TargetMode="External"/><Relationship Id="rId5" Type="http://schemas.openxmlformats.org/officeDocument/2006/relationships/hyperlink" Target="https://youtu.be/gN41OhBdADs" TargetMode="External"/><Relationship Id="rId6" Type="http://schemas.openxmlformats.org/officeDocument/2006/relationships/hyperlink" Target="https://youtu.be/gN41OhBdADs" TargetMode="External"/><Relationship Id="rId8" Type="http://schemas.openxmlformats.org/officeDocument/2006/relationships/hyperlink" Target="https://youtu.be/xyD_bmMy5nQ" TargetMode="External"/><Relationship Id="rId9" Type="http://schemas.openxmlformats.org/officeDocument/2006/relationships/hyperlink" Target="https://youtu.be/xyD_bmMy5nQ" TargetMode="External"/><Relationship Id="rId1" Type="http://schemas.openxmlformats.org/officeDocument/2006/relationships/image" Target="../media/image-7-1.jpg"/><Relationship Id="rId4" Type="http://schemas.openxmlformats.org/officeDocument/2006/relationships/image" Target="../media/image-7-2.jpg"/><Relationship Id="rId7" Type="http://schemas.openxmlformats.org/officeDocument/2006/relationships/image" Target="../media/image-7-3.jp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MPwZscUoly4" TargetMode="External"/><Relationship Id="rId3" Type="http://schemas.openxmlformats.org/officeDocument/2006/relationships/hyperlink" Target="https://youtu.be/MPwZscUoly4" TargetMode="External"/><Relationship Id="rId5" Type="http://schemas.openxmlformats.org/officeDocument/2006/relationships/hyperlink" Target="https://youtu.be/nmbBWSX8l54" TargetMode="External"/><Relationship Id="rId6" Type="http://schemas.openxmlformats.org/officeDocument/2006/relationships/hyperlink" Target="https://youtu.be/nmbBWSX8l54" TargetMode="External"/><Relationship Id="rId1" Type="http://schemas.openxmlformats.org/officeDocument/2006/relationships/image" Target="../media/image-9-1.jpg"/><Relationship Id="rId4" Type="http://schemas.openxmlformats.org/officeDocument/2006/relationships/image" Target="../media/image-9-2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1SyqN3D6khI" TargetMode="External"/><Relationship Id="rId3" Type="http://schemas.openxmlformats.org/officeDocument/2006/relationships/hyperlink" Target="https://youtu.be/1SyqN3D6khI" TargetMode="External"/><Relationship Id="rId1" Type="http://schemas.openxmlformats.org/officeDocument/2006/relationships/image" Target="../media/image-13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D5QpseqnV6c" TargetMode="External"/><Relationship Id="rId3" Type="http://schemas.openxmlformats.org/officeDocument/2006/relationships/hyperlink" Target="https://youtu.be/D5QpseqnV6c" TargetMode="External"/><Relationship Id="rId1" Type="http://schemas.openxmlformats.org/officeDocument/2006/relationships/image" Target="../media/image-15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1JIK5W3DRU" TargetMode="External"/><Relationship Id="rId3" Type="http://schemas.openxmlformats.org/officeDocument/2006/relationships/hyperlink" Target="https://youtu.be/o1JIK5W3DRU" TargetMode="External"/><Relationship Id="rId1" Type="http://schemas.openxmlformats.org/officeDocument/2006/relationships/image" Target="../media/image-16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m1sJIbmmvE" TargetMode="External"/><Relationship Id="rId3" Type="http://schemas.openxmlformats.org/officeDocument/2006/relationships/hyperlink" Target="https://youtu.be/am1sJIbmmvE" TargetMode="External"/><Relationship Id="rId1" Type="http://schemas.openxmlformats.org/officeDocument/2006/relationships/image" Target="../media/image-1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kXnhInrhYOI" TargetMode="External"/><Relationship Id="rId3" Type="http://schemas.openxmlformats.org/officeDocument/2006/relationships/hyperlink" Target="https://youtu.be/kXnhInrhYOI" TargetMode="External"/><Relationship Id="rId1" Type="http://schemas.openxmlformats.org/officeDocument/2006/relationships/image" Target="../media/image-20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xcyEq3Tg__o" TargetMode="External"/><Relationship Id="rId3" Type="http://schemas.openxmlformats.org/officeDocument/2006/relationships/hyperlink" Target="https://youtu.be/xcyEq3Tg__o" TargetMode="External"/><Relationship Id="rId1" Type="http://schemas.openxmlformats.org/officeDocument/2006/relationships/image" Target="../media/image-25-1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Z29kH6Xai5o" TargetMode="External"/><Relationship Id="rId3" Type="http://schemas.openxmlformats.org/officeDocument/2006/relationships/hyperlink" Target="https://youtu.be/Z29kH6Xai5o" TargetMode="External"/><Relationship Id="rId1" Type="http://schemas.openxmlformats.org/officeDocument/2006/relationships/image" Target="../media/image-26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Repositorios/Coresearch/marketing/evento-xr-labs-latam/obs/slide-01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Repositorios/Coresearch/marketing/evento-xr-labs-latam/obs/slide-02-ev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01-s26-broca-quest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29768" cy="8229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XR  </a:t>
            </a:r>
            <a:pPr algn="l" indent="0" marL="0">
              <a:buNone/>
            </a:pPr>
            <a:r>
              <a:rPr lang="en-US" sz="12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AREQUIPA XR DAY · 17 DE OCTUBRE DE 2026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0312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Unity: un motor,
</a:t>
            </a:r>
            <a:pPr algn="l" indent="0" marL="0">
              <a:lnSpc>
                <a:spcPct val="95000"/>
              </a:lnSpc>
              <a:buNone/>
            </a:pPr>
            <a:r>
              <a:rPr lang="en-US" sz="80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industrias</a:t>
            </a:r>
            <a:pPr algn="l" indent="0" marL="0">
              <a:lnSpc>
                <a:spcPct val="95000"/>
              </a:lnSpc>
              <a:buNone/>
            </a:pPr>
            <a:endParaRPr lang="en-US" sz="8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un motor de videojuegos hace hoy fuera de los videojuegos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Pareja · Coresearch · XRLabs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9618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JUNTO A</a:t>
            </a:r>
            <a:endParaRPr lang="en-US" sz="900" dirty="0"/>
          </a:p>
        </p:txBody>
      </p:sp>
      <p:pic>
        <p:nvPicPr>
          <p:cNvPr id="9" name="Image 2" descr="/Users/bpareja/gdg-codelabs/unity-seis-industrias-media/logo-gd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5971032"/>
            <a:ext cx="2048444" cy="299557"/>
          </a:xfrm>
          <a:prstGeom prst="rect">
            <a:avLst/>
          </a:prstGeom>
        </p:spPr>
      </p:pic>
      <p:pic>
        <p:nvPicPr>
          <p:cNvPr id="10" name="Image 3" descr="/Users/bpareja/gdg-codelabs/unity-seis-industrias-media/logo-pt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524" y="5943600"/>
            <a:ext cx="2129721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motor con el que haces juegos para el celular hoy entrena a técnicos de </a:t>
            </a:r>
            <a:pPr algn="l" indent="0" marL="0">
              <a:lnSpc>
                <a:spcPct val="95000"/>
              </a:lnSpc>
              <a:buNone/>
            </a:pPr>
            <a:r>
              <a:rPr lang="en-US" sz="5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</a:t>
            </a:r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casi nadie fuera de esta sala lo sabe.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00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QUIÉN LES HABLA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Benjamin Pareja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 de sistemas, docente en Tecsup Arequipa.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Lidero XRLabs: entrenamiento en realidad virtual para formación técnica, hecho en Unity para Meta Quest.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Coresearch: estudio de investigación y desarrollo en XR, educación y fabricación 3D.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GDG Arequipa · 404 Devs not Found.</a:t>
            </a:r>
            <a:endParaRPr lang="en-US" sz="1800" dirty="0"/>
          </a:p>
        </p:txBody>
      </p:sp>
      <p:pic>
        <p:nvPicPr>
          <p:cNvPr id="5" name="Image 0" descr="/Users/bpareja/gdg-codelabs/unity-seis-industrias-media/s03-benjamin-escena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627109"/>
            <a:ext cx="4389120" cy="332946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1627109"/>
            <a:ext cx="4389120" cy="3329461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1553957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1553957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1553957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1553957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5029723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4865131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5029723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4865131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acaba de pasar en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XR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noticias de los últimos cuatro meses</a:t>
            </a:r>
            <a:endParaRPr lang="en-US" sz="2200" dirty="0"/>
          </a:p>
        </p:txBody>
      </p:sp>
      <p:pic>
        <p:nvPicPr>
          <p:cNvPr id="5" name="Image 0" descr="/Users/bpareja/gdg-codelabs/unity-seis-industrias-media/v-meta-connect-recap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3933063"/>
            <a:ext cx="3474720" cy="19545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3933063"/>
            <a:ext cx="3474720" cy="195453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65008" y="3859911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65008" y="3859911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3859911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3859911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65008" y="5960745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65008" y="5796153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5960745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5796153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09760" y="4544568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509760" y="45445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5979033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EVERYTHING YOU MISSED AT META CONNECT 2026 · META · 3:24 · 0:00 A 0:40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 EN TRES FECHAS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cambió este año</a:t>
            </a:r>
            <a:endParaRPr lang="en-US" sz="4000" dirty="0"/>
          </a:p>
        </p:txBody>
      </p:sp>
      <p:pic>
        <p:nvPicPr>
          <p:cNvPr id="4" name="Image 0" descr="/Users/bpareja/gdg-codelabs/unity-seis-industrias-media/v-gemini-glasses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" y="1737360"/>
            <a:ext cx="32512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6120" y="1737360"/>
            <a:ext cx="325120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32968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2968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865880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30472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2968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2968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65880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030472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965960" y="228600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2">
            <a:hlinkClick r:id="rId3" tooltip=""/>
          </p:cNvPr>
          <p:cNvSpPr txBox="1"/>
          <p:nvPr/>
        </p:nvSpPr>
        <p:spPr>
          <a:xfrm>
            <a:off x="196596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06120" y="3657600"/>
            <a:ext cx="325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EN TUS GAFAS · GOOGLE · 2:16 · 0:00 A 0:30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4805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XR SDK, Developer Preview 4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0749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SDK para visores, gafas con cable y gafas con pantalla o audio. Si sabes Android, ya tienes ventaja.</a:t>
            </a:r>
            <a:endParaRPr lang="en-US" sz="1200" dirty="0"/>
          </a:p>
        </p:txBody>
      </p:sp>
      <p:pic>
        <p:nvPicPr>
          <p:cNvPr id="20" name="Image 1" descr="/Users/bpareja/gdg-codelabs/unity-seis-industrias-media/v-xreal-aura.jpg">
            <a:hlinkClick r:id="rId5" tooltip="Abrir video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160" y="1737360"/>
            <a:ext cx="3251200" cy="18288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455160" y="1737360"/>
            <a:ext cx="325120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382008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382008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14920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779512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382008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382008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14920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779512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715000" y="228600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1" name="Text 27">
            <a:hlinkClick r:id="rId6" tooltip=""/>
          </p:cNvPr>
          <p:cNvSpPr txBox="1"/>
          <p:nvPr/>
        </p:nvSpPr>
        <p:spPr>
          <a:xfrm>
            <a:off x="57150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32" name="Text 28"/>
          <p:cNvSpPr txBox="1"/>
          <p:nvPr/>
        </p:nvSpPr>
        <p:spPr>
          <a:xfrm>
            <a:off x="4455160" y="3657600"/>
            <a:ext cx="325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XREAL AURA · CANAL XREAL · 1:01 · COMPLETO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429768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JUN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297680" y="44805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6.5: Galaxy XR y XREAL Aura con un solo APK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297680" y="50749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proyecto, varios dispositivos Android XR. Sin reescribir.</a:t>
            </a:r>
            <a:endParaRPr lang="en-US" sz="1200" dirty="0"/>
          </a:p>
        </p:txBody>
      </p:sp>
      <p:pic>
        <p:nvPicPr>
          <p:cNvPr id="36" name="Image 2" descr="/Users/bpareja/gdg-codelabs/unity-seis-industrias-media/v-meta-vr-glasses.jpg">
            <a:hlinkClick r:id="rId8" tooltip="Abrir video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4200" y="1737360"/>
            <a:ext cx="3251200" cy="1828800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8204200" y="1737360"/>
            <a:ext cx="325120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8131048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131048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11363960" y="16642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11528552" y="16642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8131048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131048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11363960" y="3639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1528552" y="3474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464040" y="228600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47" name="Text 42">
            <a:hlinkClick r:id="rId9" tooltip=""/>
          </p:cNvPr>
          <p:cNvSpPr txBox="1"/>
          <p:nvPr/>
        </p:nvSpPr>
        <p:spPr>
          <a:xfrm>
            <a:off x="946404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48" name="Text 43"/>
          <p:cNvSpPr txBox="1"/>
          <p:nvPr/>
        </p:nvSpPr>
        <p:spPr>
          <a:xfrm>
            <a:off x="8204200" y="3657600"/>
            <a:ext cx="325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INTRODUCING META VR GLASSES · META VR · 1:27 · 0:00 A 0:30</a:t>
            </a:r>
            <a:endParaRPr lang="en-US" sz="900" dirty="0"/>
          </a:p>
        </p:txBody>
      </p:sp>
      <p:sp>
        <p:nvSpPr>
          <p:cNvPr id="49" name="Text 44"/>
          <p:cNvSpPr txBox="1"/>
          <p:nvPr/>
        </p:nvSpPr>
        <p:spPr>
          <a:xfrm>
            <a:off x="804672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SEP</a:t>
            </a:r>
            <a:endParaRPr lang="en-US" sz="1400" dirty="0"/>
          </a:p>
        </p:txBody>
      </p:sp>
      <p:sp>
        <p:nvSpPr>
          <p:cNvPr id="50" name="Text 45"/>
          <p:cNvSpPr txBox="1"/>
          <p:nvPr/>
        </p:nvSpPr>
        <p:spPr>
          <a:xfrm>
            <a:off x="8046720" y="44805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Connect: Meta VR Glasses</a:t>
            </a:r>
            <a:endParaRPr lang="en-US" sz="1500" dirty="0"/>
          </a:p>
        </p:txBody>
      </p:sp>
      <p:sp>
        <p:nvSpPr>
          <p:cNvPr id="51" name="Text 46"/>
          <p:cNvSpPr txBox="1"/>
          <p:nvPr/>
        </p:nvSpPr>
        <p:spPr>
          <a:xfrm>
            <a:off x="8046720" y="50749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100 gramos, pantalla 5K, cómputo en un puck. Llegan en 2027. El visor deja de ser un casco.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FUENTES: DEVELOPER.ANDROID.COM (19.05.2026) · DISCUSSIONS.UNITY.COM (16.06.2026) · META.COM/BLOG (23.09.2026)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 PLATAFORMAS, UN MISMO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y Android XR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01752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Quest, Horizon 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visor más vendido del mundo.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no necesita PC.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corre XRLabs hoy.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301752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XR · Google + Samsung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889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 XR es el único dispositivo a la venta; las gafas vienen después.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integrado.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XR para Android nativo, Unity para 3D.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común: ambos necesitan contenido 3D interactivo. Y eso se construye con un motor.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ANDROID XR, EN UNA LÁMINA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plataforma XR de Google, y lo que ya se puede comprar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XR es la versión de Android para visores y gafas, con Gemini integrado. Google pone el sistema; Samsung, XREAL y otros ponen el hardware.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 XR (Samsung): el único visor Android XR a la venta hoy. Visor completo, tipo Quest o Vision Pro.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XREAL Aura: gafas con cable que llevan el cómputo en un puck; anunciadas para fines de 2026.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Gafas con Gemini (Samsung, Warby Parker, Gentle Monster): audio y pantalla, sin visor; las primeras llegan en otoño.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desarrollar: Jetpack XR si vienes de Android nativo; Unity, Unreal o Godot si vienes del 3D. Unity 6.5 exporta a Galaxy XR y Aura con un solo APK.</a:t>
            </a:r>
            <a:endParaRPr lang="en-US" sz="1400" dirty="0"/>
          </a:p>
        </p:txBody>
      </p:sp>
      <p:pic>
        <p:nvPicPr>
          <p:cNvPr id="5" name="Image 0" descr="/Users/bpareja/gdg-codelabs/unity-seis-industrias-media/v-galaxy-xr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914400"/>
            <a:ext cx="2560320" cy="1920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21040" y="914400"/>
            <a:ext cx="2560320" cy="19202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4788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4788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5451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47888" y="290779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47888" y="274320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290779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954512" y="274320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150876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2354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9260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INTRODUCING GALAXY XR · SAMSUNG · 3:47 · 0:00 A 0:30</a:t>
            </a:r>
            <a:endParaRPr lang="en-US" sz="900" dirty="0"/>
          </a:p>
        </p:txBody>
      </p:sp>
      <p:pic>
        <p:nvPicPr>
          <p:cNvPr id="18" name="Image 1" descr="/Users/bpareja/gdg-codelabs/unity-seis-industrias-media/v-android-xr-engines.jpg">
            <a:hlinkClick r:id="rId5" tooltip="Abrir video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4320" y="3337560"/>
            <a:ext cx="3413760" cy="19202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894320" y="3337560"/>
            <a:ext cx="3413760" cy="19202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21168" y="32644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21168" y="32644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216640" y="326440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81232" y="32644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821168" y="533095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21168" y="516636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216640" y="533095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381232" y="516636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235440" y="393192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29" name="Text 25">
            <a:hlinkClick r:id="rId6" tooltip=""/>
          </p:cNvPr>
          <p:cNvSpPr txBox="1"/>
          <p:nvPr/>
        </p:nvSpPr>
        <p:spPr>
          <a:xfrm>
            <a:off x="9235440" y="3931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7894320" y="5349240"/>
            <a:ext cx="341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ANDROID XR CON TU MOTOR 3D · ANDROID DEVELOPERS · 2:35 · 0:00 A 0:40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FUENTES: DEVELOPER.ANDROID.COM (DP4, 19.05.2026) · DISCUSSIONS.UNITY.COM (UNITY 6.5, 16.06.2026) · XREAL, AWE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plataformas cambian cada año.</a:t>
            </a:r>
            <a:endParaRPr lang="en-US" sz="5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construyes </a:t>
            </a:r>
            <a:endParaRPr lang="en-US" sz="5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hablamos del motor y no del visor.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Unity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palabras y un modelo mental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 → Objeto → Componente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Escena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espacio. Un taller, una mina, una sala de operaciones.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8036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Objeto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cosas que hay en el espacio. Una broca, una mesa, una luz, la cámara.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1208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Componente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cada cosa: tener física, sonar, reaccionar cuando la tomas, mostrar un texto.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26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en Unity es combinar componentes. Escribes código solo cuando no existe el componente que necesitas.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80960" y="914400"/>
            <a:ext cx="3931920" cy="475488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[IMAGEN PENDIENTE: s09-editor-sim1.png]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PROYECTO, MUCHAS PANTALLAS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Exportas a Android, iOS, Windows, web, Quest, Galaxy XR y Vision Pro desde el </a:t>
            </a:r>
            <a:pPr algn="l" indent="0" marL="0">
              <a:lnSpc>
                <a:spcPct val="95000"/>
              </a:lnSpc>
              <a:buNone/>
            </a:pPr>
            <a:r>
              <a:rPr lang="en-US" sz="30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mismo proyecto</a:t>
            </a:r>
            <a:pPr algn="l" indent="0" marL="0">
              <a:lnSpc>
                <a:spcPct val="95000"/>
              </a:lnSpc>
              <a:buNone/>
            </a:pP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6.3 LTS es la versión estable actual, con soporte hasta diciembre de 2027.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Personal es gratis para personas y equipos con menos de US$200.000 de ingresos.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Unity 6, la pantalla de “Made with Unity” es opcional.</a:t>
            </a:r>
            <a:endParaRPr lang="en-US" sz="1600" dirty="0"/>
          </a:p>
        </p:txBody>
      </p:sp>
      <p:pic>
        <p:nvPicPr>
          <p:cNvPr id="5" name="Image 0" descr="/Users/bpareja/gdg-codelabs/unity-seis-industrias-media/s05-unity-6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916686"/>
            <a:ext cx="4023360" cy="22631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916686"/>
            <a:ext cx="4023360" cy="22631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16368" y="84353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16368" y="843534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84353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843534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16368" y="325297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16368" y="308838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25297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08838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168249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235440" y="1682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27126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UNITY 6 TRAILER · CANAL UNITY · 0:00 A 0:30, SIN AUDIO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FUENTES: UNITY.COM/RELEASES/UNITY-6 · UNITY.COM/PRODUCTS/PRICING-UPDATES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industrias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real por industria. Un minuto cada uno.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VIDEOJUEGOS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US$2 M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Indie Games Fund para Latinoamérica, 2024. Todos los estudios ganadores desarrollan con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los ganadores: Dicefolk, de Leap Game Studios, Perú.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videojuegos siguen siendo el origen y el mayor laboratorio de Unity.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viene después nació de técnicas de juego.</a:t>
            </a:r>
            <a:endParaRPr lang="en-US" sz="1400" dirty="0"/>
          </a:p>
        </p:txBody>
      </p:sp>
      <p:pic>
        <p:nvPicPr>
          <p:cNvPr id="6" name="Image 0" descr="/Users/bpareja/gdg-codelabs/unity-seis-industrias-media/s12-dicefolk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DICEFOLK · TRÁILER OFICIAL · LEAP GAME STUDIOS · 0:31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UNITY.COM/BLOG/GOOGLE-PLAY-INDIE-GAMES-FUND-2024-WINNERS (16.12.2024)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CINE Y ANIMACIÓN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Rodar </a:t>
            </a:r>
            <a:pPr algn="l" indent="0" marL="0">
              <a:lnSpc>
                <a:spcPct val="95000"/>
              </a:lnSpc>
              <a:buNone/>
            </a:pPr>
            <a:r>
              <a:rPr lang="en-US" sz="3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motor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producción virtual usan Unity para previsualizar, iluminar y renderizar en tiempo real, sin esperar horas por cada cuadro.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director mueve la cámara y ve el resultado al instante.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Renzo esculpe en ZBrush termina en un motor como este.</a:t>
            </a:r>
            <a:endParaRPr lang="en-US" sz="1500" dirty="0"/>
          </a:p>
        </p:txBody>
      </p:sp>
      <p:pic>
        <p:nvPicPr>
          <p:cNvPr id="5" name="Image 0" descr="/Users/bpareja/gdg-codelabs/unity-seis-industrias-media/v-time-ghost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GHOST | UNITY 6 · CANAL UNITY · 4:27 · 0:00 A 0:30, SIN AUDIO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UNITY: TIME GHOST, DEMO CINEMATOGRÁFICA EN TIEMPO REAL (2024); PRODUCCIÓN VIRTUAL SIN CIFRAS PÚBLICAS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03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Y CONSTRUCCIÓN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15–20 %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de eficiencia reportada por Sitowise (Finlandia) con Aura, un gemelo digital urbano 3D construido en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gemelo digital es una copia 3D de algo real que se actualiza con datos.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 decidir antes de construir.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lógica de un simulador de entrenamiento, aplicada a una ciudad.</a:t>
            </a:r>
            <a:endParaRPr lang="en-US" sz="1400" dirty="0"/>
          </a:p>
        </p:txBody>
      </p:sp>
      <p:pic>
        <p:nvPicPr>
          <p:cNvPr id="6" name="Image 0" descr="/Users/bpareja/gdg-codelabs/unity-seis-industrias-media/s14-sitowi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UNITY.COM/CASE-STUDY/SITOWISE (18.07.2025)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AUTOMOTRIZ Y MANUFACTURA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pantalla del auto también es una </a:t>
            </a:r>
            <a:pPr algn="l" indent="0" marL="0">
              <a:lnSpc>
                <a:spcPct val="95000"/>
              </a:lnSpc>
              <a:buNone/>
            </a:pPr>
            <a:r>
              <a:rPr lang="en-US" sz="3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</a:t>
            </a:r>
            <a:pPr algn="l" indent="0" marL="0">
              <a:lnSpc>
                <a:spcPct val="95000"/>
              </a:lnSpc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Toyota y Lexus eligieron Unity para la interfaz de sus tableros de próxima generación.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herramienta que mueve un personaje mueve el velocímetro, el mapa y las alertas.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reportado: mejora drástica en eficiencia de desarrollo, sin cifra pública.</a:t>
            </a:r>
            <a:endParaRPr lang="en-US" sz="1500" dirty="0"/>
          </a:p>
        </p:txBody>
      </p:sp>
      <p:pic>
        <p:nvPicPr>
          <p:cNvPr id="5" name="Image 0" descr="/Users/bpareja/gdg-codelabs/unity-seis-industrias-media/s15-toyota-lex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989420"/>
            <a:ext cx="4389120" cy="231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989420"/>
            <a:ext cx="4389120" cy="23188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9162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9162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9162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9162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33814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2168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3814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2168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UNITY.COM/RESOURCES/TOYOTA-LEXUS-NEXT-GEN-HMI-DEVELOPMENT (INDUSTRIAL DX, TOKIO, 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05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437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 de 18 países practicaron intubación en el simulador XR de Lucid Reality Labs para Medtronic y el hospital CHUV. 491 escenarios completados.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lo calificó útil para enseñar; 65 % quiere usarlo en formación continua.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 con Unity, XR Interaction Toolkit y OpenXR: las mismas piezas de XRLabs.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sin riesgo. Recuerden esta frase.</a:t>
            </a:r>
            <a:endParaRPr lang="en-US" sz="1400" dirty="0"/>
          </a:p>
        </p:txBody>
      </p:sp>
      <p:pic>
        <p:nvPicPr>
          <p:cNvPr id="6" name="Image 0" descr="/Users/bpareja/gdg-codelabs/unity-seis-industrias-media/s16-lucid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914532"/>
            <a:ext cx="4389120" cy="246861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532"/>
            <a:ext cx="4389120" cy="2468615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380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3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380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3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300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7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300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70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5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POWERED XR INTUBATION SIMULATION · LUCID REALITY LABS · 0:00 A 0:30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UNITY.COM/EN/RESOURCES/LUCID-REALITY-LABS (12.12.2025)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06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CAPACITACIÓN INDUSTRIAL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de entrenamiento: de un día a una o dos horas, en el simulador VR de montacargas de Travancore Analytics, hecho en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una máquina real cuesta dinero y puede costar una lesión.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simulador cuesta un reinicio.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lo que hicimos en Arequipa.</a:t>
            </a:r>
            <a:endParaRPr lang="en-US" sz="1400" dirty="0"/>
          </a:p>
        </p:txBody>
      </p:sp>
      <p:pic>
        <p:nvPicPr>
          <p:cNvPr id="6" name="Image 0" descr="/Users/bpareja/gdg-codelabs/unity-seis-industrias-media/s17-travancore.pn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7006" y="914400"/>
            <a:ext cx="4382627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7006" y="914400"/>
            <a:ext cx="4382627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3854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3854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18194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2786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3854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3854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18194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2786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7006" y="3474720"/>
            <a:ext cx="43826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 FORKLIFT SIMULATOR · TRAVANCOREANALYTICS · 0:00 A 0:25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UNITY.COM/RESOURCES/TRAVANCORE-ANALYTICS (10.05.2024)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18-laboratorio-tecsup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hicimos en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Arequipa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Laboratorios Inmersivo · Sim 1: Fallas en brocas de perforación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PROBLEMA, CON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133 estudiantes de Operaciones Mineras y Electrotecnia dice que su mayor obstáculo para practicar es el miedo a dañar equipos costosos.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1188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235440" y="1280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equipos reales menos de dos veces al mes.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606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235440" y="2697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accedió durante el ciclo.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4023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4114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percibe una brecha media o grande entre el aula y el campo.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ENCUESTA PROPIA A 133 ESTUDIANTES, TECSUP AREQUIPA, 2025. LABORATORIOS INMERSIVO.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E8E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“El miedo a cometer errores, porque si cometes algún error tienes que reponer el equipo y no es nada barato.”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46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 de Electrotecnia, 5.º semestre, Tecsup Arequipa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1: APRENDER, PRACTICAR, EVALUAR</a:t>
            </a:r>
            <a:endParaRPr lang="en-US" sz="1100" dirty="0"/>
          </a:p>
        </p:txBody>
      </p:sp>
      <p:pic>
        <p:nvPicPr>
          <p:cNvPr id="3" name="Image 0" descr="/Users/bpareja/gdg-codelabs/unity-seis-industrias-media/s21-sim1-tal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64" y="960120"/>
            <a:ext cx="4267911" cy="228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2164" y="960120"/>
            <a:ext cx="4267911" cy="22860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39012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39012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288636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53228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39012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39012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288636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53228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429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Aprendizaje guiado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8862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inspección virtual, con EPP.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la broca con las manos, la giras, la acercas.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fallas reales: rajadura en el borde, rotura anular, botones agrietados.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coach de voz te guía.</a:t>
            </a:r>
            <a:endParaRPr lang="en-US" sz="1400" dirty="0"/>
          </a:p>
        </p:txBody>
      </p:sp>
      <p:pic>
        <p:nvPicPr>
          <p:cNvPr id="15" name="Image 1" descr="/Users/bpareja/gdg-codelabs/unity-seis-industrias-media/s21-sim1-evalu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035" y="960120"/>
            <a:ext cx="3736731" cy="2286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047035" y="960120"/>
            <a:ext cx="3736731" cy="22860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73883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973883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0692325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856917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973883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73883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692325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856917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217920" y="3429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Evaluación con puntaje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217920" y="38862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sin ayudas.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Identificas la falla, la causa y la acción correcta.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interacción se registra.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ve el resultado en un portal web.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 QUEST, STANDALONE, 100 % OFFLINE · UNITY, URP, META XR SDK · CONTENIDO VALIDADO CON SANDVIK ROCK TOOLS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22-sim1-video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296" y="548640"/>
            <a:ext cx="9964928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98296" y="548640"/>
            <a:ext cx="9964928" cy="56052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25144" y="4754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25144" y="47548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71784" y="4754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136376" y="47548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25144" y="62270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25144" y="60624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1784" y="62270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36376" y="60624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15000" y="298551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3" name="Text 10">
            <a:hlinkClick r:id="rId3" tooltip=""/>
          </p:cNvPr>
          <p:cNvSpPr txBox="1"/>
          <p:nvPr/>
        </p:nvSpPr>
        <p:spPr>
          <a:xfrm>
            <a:off x="5715000" y="29855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98296" y="6245352"/>
            <a:ext cx="9964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1 EN 60 SEGUNDOS · YOUTUBE · REEMPLAZA ESTA MINIATURA POR EL VIDEO LOCAL (INSERTAR → VIDEO)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PASÓ CUANDO LO PROBARON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5,76 → 7,53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de conocimiento técnico sobre 9, antes y después del simulador. 17 estudiantes de Operaciones Mineras. 12 de 17 mejoraron.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(SUS): 70,6 sobre 100. El umbral de aceptabilidad es 68.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Intención de uso (TAM): 4,55 sobre 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133 encuestados, 84 % dijo que lo usaría cada semana o más. Solo uno dijo que no.</a:t>
            </a:r>
            <a:endParaRPr lang="en-US" sz="1400" dirty="0"/>
          </a:p>
        </p:txBody>
      </p:sp>
      <p:pic>
        <p:nvPicPr>
          <p:cNvPr id="6" name="Image 0" descr="/Users/bpareja/gdg-codelabs/unity-seis-industrias-media/s23-entrevistas-video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916686"/>
            <a:ext cx="4023360" cy="22631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916686"/>
            <a:ext cx="4023360" cy="22631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16368" y="84353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16368" y="843534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353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3534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16368" y="325297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16368" y="308838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25297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08838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235440" y="168249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235440" y="1682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327126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ENTREVISTAS A LOS 17 ESTUDIANTES · ELIGE UN TESTIMONIO DE 20 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VALIDACIÓN PROPIA, N = 17, AREQUIPA, 2025. ENCUESTA N = 133.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SALIÓ COMO ESPERÁBAMOS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94960" cy="42062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[COMPLETAR con uno o dos problemas reales: puesta a punto del visor por sesión, hand tracking en piezas pequeñas, mareo, los 5 de 17 que no mejoraron.]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394960" cy="42062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antes de construir, y volver a medir después.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contenido técnico con especialistas, no con desarrolladores.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tarea primero; el dispositivo se elige al final.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DÓNDE EMPEZAR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ruta, gratis, esta semana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Hub y Unity 6.3 LTS. Licencia Personal gratis.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Learn, pathway “VR Development”. Gratuito, unas seis semanas, las primeras misiones sin programar.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sin Blender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ProBuilder, incluido en Unity.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eres estudiante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09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Unity Student: Unity Pro gratis y descuento en la Asset Store.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construyas solo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709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GDG Arequipa, XR Perú, y esta tarde: los visores están aquí.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01-s26-broca-quest.jp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viste hoy empezó como un </a:t>
            </a:r>
            <a:pPr algn="l" indent="0" marL="0">
              <a:lnSpc>
                <a:spcPct val="95000"/>
              </a:lnSpc>
              <a:buNone/>
            </a:pPr>
            <a:r>
              <a:rPr lang="en-US" sz="5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3D</a:t>
            </a:r>
            <a:pPr algn="l" indent="0" marL="0">
              <a:lnSpc>
                <a:spcPct val="9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construyas tú, también. Los visores están en esta sala.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OPCIONAL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 1 por dentro: dos minutos en el </a:t>
            </a:r>
            <a:pPr algn="l" indent="0" marL="0">
              <a:lnSpc>
                <a:spcPct val="95000"/>
              </a:lnSpc>
              <a:buNone/>
            </a:pPr>
            <a:r>
              <a:rPr lang="en-US" sz="48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editor</a:t>
            </a:r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del taller → componentes de la broca → Play. Nada más.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30352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0116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Pareja · Coresearch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Arequipa XR Day · GDG Arequipa · Perú Tech Week 2026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0" y="914400"/>
            <a:ext cx="2103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Users/bpareja/gdg-codelabs/unity-seis-industrias-media/qr-linked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051560"/>
            <a:ext cx="1828800" cy="1828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5236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en LinkedIn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45236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linkedin.com/in/me7aben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692640" y="914400"/>
            <a:ext cx="2103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2" descr="/Users/bpareja/gdg-codelabs/unity-seis-industrias-media/qr-core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1051560"/>
            <a:ext cx="1828800" cy="18288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2980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Coresearch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982980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coresearch.studio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731520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ESCANEA PARA SEGUIRNOS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7790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JUNTO A</a:t>
            </a:r>
            <a:endParaRPr lang="en-US" sz="900" dirty="0"/>
          </a:p>
        </p:txBody>
      </p:sp>
      <p:pic>
        <p:nvPicPr>
          <p:cNvPr id="16" name="Image 3" descr="/Users/bpareja/gdg-codelabs/unity-seis-industrias-media/logo-gd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5788152"/>
            <a:ext cx="2048444" cy="299557"/>
          </a:xfrm>
          <a:prstGeom prst="rect">
            <a:avLst/>
          </a:prstGeom>
        </p:spPr>
      </p:pic>
      <p:pic>
        <p:nvPicPr>
          <p:cNvPr id="17" name="Image 4" descr="/Users/bpareja/gdg-codelabs/unity-seis-industrias-media/logo-pt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1524" y="5760720"/>
            <a:ext cx="2129721" cy="384048"/>
          </a:xfrm>
          <a:prstGeom prst="rect">
            <a:avLst/>
          </a:prstGeom>
        </p:spPr>
      </p:pic>
      <p:pic>
        <p:nvPicPr>
          <p:cNvPr id="18" name="Image 5" descr="/Users/bpareja/gdg-codelabs/unity-seis-industrias-media/logo-tec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5760720"/>
            <a:ext cx="1328457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Repositorios/Coresearch/marketing/evento-xr-labs-latam/obs/slide-03-agradecimi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Repositorios/Coresearch/marketing/evento-xr-labs-latam/obs/slide-04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Unity: un motor, seis industrias</dc:title>
  <dc:subject>PptxGenJS Presentation</dc:subject>
  <dc:creator>Benjamin Pareja</dc:creator>
  <cp:lastModifiedBy>Benjamin Pareja</cp:lastModifiedBy>
  <cp:revision>1</cp:revision>
  <dcterms:created xsi:type="dcterms:W3CDTF">2026-10-17T19:28:51Z</dcterms:created>
  <dcterms:modified xsi:type="dcterms:W3CDTF">2026-10-17T19:28:51Z</dcterms:modified>
</cp:coreProperties>
</file>